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" charset="1" panose="020B0604020202020204"/>
      <p:regular r:id="rId13"/>
    </p:embeddedFont>
    <p:embeddedFont>
      <p:font typeface="Calibri (MS)" charset="1" panose="020F050202020403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20903" y="1124741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18288000" cy="472757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SECURITY AND SURVEILLANCE AI AGENT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34540" y="6242523"/>
            <a:ext cx="13533120" cy="52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BY:VARUN M (922524106234) 2 YEAR ECE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7"/>
            <a:ext cx="15773400" cy="1560513"/>
            <a:chOff x="0" y="0"/>
            <a:chExt cx="21031200" cy="20806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080689"/>
            </a:xfrm>
            <a:custGeom>
              <a:avLst/>
              <a:gdLst/>
              <a:ahLst/>
              <a:cxnLst/>
              <a:rect r="r" b="b" t="t" l="l"/>
              <a:pathLst>
                <a:path h="208068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80689"/>
                  </a:lnTo>
                  <a:lnTo>
                    <a:pt x="0" y="20806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1031200" cy="2061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SECURITY AND SURVEILLANCE AI AGENT: A PROCESS WITH PYTHON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370611"/>
            <a:ext cx="15590520" cy="755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Security and Surveillance means protecting people, property, and places by continuously monitoring activities and preventing threats such as theft, intrusion, or unsafe behavior.</a:t>
            </a:r>
          </a:p>
          <a:p>
            <a:pPr algn="l" marL="760095" indent="-380048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Security → Taking actions to prevent harm and keep things safe</a:t>
            </a:r>
          </a:p>
          <a:p>
            <a:pPr algn="l" marL="760095" indent="-380048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Surveillance → Observing and monitoring using cameras, sensors, or system</a:t>
            </a:r>
          </a:p>
          <a:p>
            <a:pPr algn="l" marL="760095" indent="-380048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Examples: Face recognition,Motion detection.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7"/>
            <a:ext cx="15773400" cy="1484313"/>
            <a:chOff x="0" y="0"/>
            <a:chExt cx="21031200" cy="19790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979089"/>
            </a:xfrm>
            <a:custGeom>
              <a:avLst/>
              <a:gdLst/>
              <a:ahLst/>
              <a:cxnLst/>
              <a:rect r="r" b="b" t="t" l="l"/>
              <a:pathLst>
                <a:path h="197908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79089"/>
                  </a:lnTo>
                  <a:lnTo>
                    <a:pt x="0" y="1979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1031200" cy="1940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WHAT IS AN AI AGENT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1836420"/>
            <a:ext cx="15590520" cy="623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</a:p>
          <a:p>
            <a:pPr algn="l" marL="760095" indent="-380048" lvl="1">
              <a:lnSpc>
                <a:spcPts val="100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 AI Agent is an autonomous software entity that:</a:t>
            </a:r>
          </a:p>
          <a:p>
            <a:pPr algn="l" marL="760095" indent="-380048" lvl="1">
              <a:lnSpc>
                <a:spcPts val="100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Perceives its environment using sensors or data</a:t>
            </a:r>
          </a:p>
          <a:p>
            <a:pPr algn="l" marL="760095" indent="-380048" lvl="1">
              <a:lnSpc>
                <a:spcPts val="100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Makes decisions using rules or AI models</a:t>
            </a:r>
          </a:p>
          <a:p>
            <a:pPr algn="l" marL="760095" indent="-380048" lvl="1">
              <a:lnSpc>
                <a:spcPts val="100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Acts automatically to achieve security goals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79397"/>
            <a:ext cx="15773400" cy="1484313"/>
            <a:chOff x="0" y="0"/>
            <a:chExt cx="21031200" cy="19790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979089"/>
            </a:xfrm>
            <a:custGeom>
              <a:avLst/>
              <a:gdLst/>
              <a:ahLst/>
              <a:cxnLst/>
              <a:rect r="r" b="b" t="t" l="l"/>
              <a:pathLst>
                <a:path h="197908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79089"/>
                  </a:lnTo>
                  <a:lnTo>
                    <a:pt x="0" y="19790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1031200" cy="1950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CHARACTERISTICS OF SECURITY AI AGENT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1693545"/>
            <a:ext cx="15590520" cy="660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</a:p>
          <a:p>
            <a:pPr algn="l" marL="760095" indent="-380048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Autonomy – Works without continuous human control</a:t>
            </a:r>
          </a:p>
          <a:p>
            <a:pPr algn="l" marL="760095" indent="-380048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Perception – Uses cameras, motion sensors, alarms</a:t>
            </a:r>
          </a:p>
          <a:p>
            <a:pPr algn="l" marL="760095" indent="-380048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Decision Making – Identifies normal vs suspicious activity</a:t>
            </a:r>
          </a:p>
          <a:p>
            <a:pPr algn="l" marL="760095" indent="-380048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Real-Time Response – Gives instant alerts</a:t>
            </a:r>
          </a:p>
          <a:p>
            <a:pPr algn="l" marL="760095" indent="-380048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Adaptability – Adjusts to environment changes</a:t>
            </a:r>
          </a:p>
          <a:p>
            <a:pPr algn="l" marL="760095" indent="-380048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Goal-Oriented – Ensures safety and security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17497"/>
            <a:ext cx="15773400" cy="1408113"/>
            <a:chOff x="0" y="0"/>
            <a:chExt cx="21031200" cy="1877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877489"/>
            </a:xfrm>
            <a:custGeom>
              <a:avLst/>
              <a:gdLst/>
              <a:ahLst/>
              <a:cxnLst/>
              <a:rect r="r" b="b" t="t" l="l"/>
              <a:pathLst>
                <a:path h="187748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77489"/>
                  </a:lnTo>
                  <a:lnTo>
                    <a:pt x="0" y="18774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1031200" cy="18298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HOW TO BUILD SECURITY AI AGENT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1744351"/>
            <a:ext cx="15590520" cy="660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</a:p>
          <a:p>
            <a:pPr algn="l" marL="906780" indent="-453390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Define security problem (intrusion, motion detection)</a:t>
            </a:r>
          </a:p>
          <a:p>
            <a:pPr algn="l" marL="906780" indent="-453390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Identify inputs (camera feed, sensor data)</a:t>
            </a:r>
          </a:p>
          <a:p>
            <a:pPr algn="l" marL="906780" indent="-453390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Choose AI approach (rule-based / ML)</a:t>
            </a:r>
          </a:p>
          <a:p>
            <a:pPr algn="l" marL="906780" indent="-453390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Design agent architecture</a:t>
            </a:r>
          </a:p>
          <a:p>
            <a:pPr algn="l" marL="906780" indent="-453390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Train and test system</a:t>
            </a:r>
          </a:p>
          <a:p>
            <a:pPr algn="l" marL="906780" indent="-453390" lvl="1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Deploy and monitor performance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-402344"/>
            <a:ext cx="15773400" cy="3894476"/>
            <a:chOff x="0" y="0"/>
            <a:chExt cx="21031200" cy="51926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192631"/>
            </a:xfrm>
            <a:custGeom>
              <a:avLst/>
              <a:gdLst/>
              <a:ahLst/>
              <a:cxnLst/>
              <a:rect r="r" b="b" t="t" l="l"/>
              <a:pathLst>
                <a:path h="5192631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192631"/>
                  </a:lnTo>
                  <a:lnTo>
                    <a:pt x="0" y="51926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21031200" cy="5154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BUILDING SECURITY AI AGENT WITH PYTHON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3215907"/>
            <a:ext cx="16619220" cy="399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6612" indent="-483306" lvl="1">
              <a:lnSpc>
                <a:spcPts val="8058"/>
              </a:lnSpc>
              <a:buFont typeface="Arial"/>
              <a:buChar char="•"/>
            </a:pPr>
            <a:r>
              <a:rPr lang="en-US" sz="44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 Agent: Monitors and reacts automatically</a:t>
            </a:r>
          </a:p>
          <a:p>
            <a:pPr algn="l" marL="966612" indent="-483306" lvl="1">
              <a:lnSpc>
                <a:spcPts val="8058"/>
              </a:lnSpc>
              <a:buFont typeface="Arial"/>
              <a:buChar char="•"/>
            </a:pPr>
            <a:r>
              <a:rPr lang="en-US" sz="44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Surveillance System: Observes environment using sensors</a:t>
            </a:r>
          </a:p>
          <a:p>
            <a:pPr algn="l" marL="966612" indent="-483306" lvl="1">
              <a:lnSpc>
                <a:spcPts val="8058"/>
              </a:lnSpc>
              <a:buFont typeface="Arial"/>
              <a:buChar char="•"/>
            </a:pPr>
            <a:r>
              <a:rPr lang="en-US" sz="44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 in Security: Detects threats and raises alerts</a:t>
            </a:r>
          </a:p>
          <a:p>
            <a:pPr algn="l" marL="966612" indent="-483306" lvl="1">
              <a:lnSpc>
                <a:spcPts val="8058"/>
              </a:lnSpc>
              <a:buFont typeface="Arial"/>
              <a:buChar char="•"/>
            </a:pPr>
            <a:r>
              <a:rPr lang="en-US" sz="44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Python: Used because it is simple and powerful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-304800"/>
            <a:ext cx="15773400" cy="934745"/>
            <a:chOff x="0" y="0"/>
            <a:chExt cx="21031200" cy="1246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246332"/>
            </a:xfrm>
            <a:custGeom>
              <a:avLst/>
              <a:gdLst/>
              <a:ahLst/>
              <a:cxnLst/>
              <a:rect r="r" b="b" t="t" l="l"/>
              <a:pathLst>
                <a:path h="124633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46332"/>
                  </a:lnTo>
                  <a:lnTo>
                    <a:pt x="0" y="1246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1031200" cy="1227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EXAMPLE CODING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" y="421091"/>
            <a:ext cx="19161250" cy="9666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091" indent="-233545" lvl="1">
              <a:lnSpc>
                <a:spcPts val="2787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class SecuritySurveillanceAgent:</a:t>
            </a:r>
          </a:p>
          <a:p>
            <a:pPr algn="l" marL="467091" indent="-233545" lvl="1">
              <a:lnSpc>
                <a:spcPts val="2787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def __init__(self):</a:t>
            </a:r>
          </a:p>
          <a:p>
            <a:pPr algn="l" marL="467091" indent="-233545" lvl="1">
              <a:lnSpc>
                <a:spcPts val="2787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"""Initialize Security and Surveillance AI Agent"""</a:t>
            </a:r>
          </a:p>
          <a:p>
            <a:pPr algn="l" marL="467091" indent="-233545" lvl="1">
              <a:lnSpc>
                <a:spcPts val="2787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pass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def detect_threat(self, motion_detected, time_of_day):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"""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Detects security threat based on motion and time.</a:t>
            </a:r>
          </a:p>
          <a:p>
            <a:pPr algn="l">
              <a:lnSpc>
                <a:spcPts val="2064"/>
              </a:lnSpc>
            </a:pP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Parameters: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motion_detected (bool): True if motion is detected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time_of_day (str): 'day' or 'night'</a:t>
            </a:r>
          </a:p>
          <a:p>
            <a:pPr algn="l">
              <a:lnSpc>
                <a:spcPts val="2064"/>
              </a:lnSpc>
            </a:pP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Returns: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str: Security status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"""</a:t>
            </a:r>
          </a:p>
          <a:p>
            <a:pPr algn="l">
              <a:lnSpc>
                <a:spcPts val="2064"/>
              </a:lnSpc>
            </a:pP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if motion_detected and time_of_day == "night":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return "⚠ ALERT: Suspicious activity detected!"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elif motion_detected and time_of_day == "day":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return "Motion detected - Monitoring"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else: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return "Area secure"</a:t>
            </a:r>
          </a:p>
          <a:p>
            <a:pPr algn="l">
              <a:lnSpc>
                <a:spcPts val="2064"/>
              </a:lnSpc>
            </a:pP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if __name__ == "__main__":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agent = SecuritySurveillanceAgent()</a:t>
            </a:r>
          </a:p>
          <a:p>
            <a:pPr algn="l">
              <a:lnSpc>
                <a:spcPts val="2064"/>
              </a:lnSpc>
            </a:pP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motion = True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time = "night"</a:t>
            </a:r>
          </a:p>
          <a:p>
            <a:pPr algn="l">
              <a:lnSpc>
                <a:spcPts val="2064"/>
              </a:lnSpc>
            </a:pP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result = agent.detect_threat(motion, time)</a:t>
            </a:r>
          </a:p>
          <a:p>
            <a:pPr algn="l">
              <a:lnSpc>
                <a:spcPts val="2064"/>
              </a:lnSpc>
            </a:pP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print("Security and Surveillance AI Agent Output")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print("---------------------------------------")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print(f"Motion Detected : {motion}")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print(f"Time of Day     : {time}")</a:t>
            </a:r>
          </a:p>
          <a:p>
            <a:pPr algn="l">
              <a:lnSpc>
                <a:spcPts val="2064"/>
              </a:lnSpc>
            </a:pPr>
            <a:r>
              <a:rPr lang="en-US" sz="14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print(f"System Status   : {result}")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DAG-jb6GL7g</dc:identifier>
  <dcterms:modified xsi:type="dcterms:W3CDTF">2011-08-01T06:04:30Z</dcterms:modified>
  <cp:revision>1</cp:revision>
  <dc:title>SECURITY AND SURVEILLANCE AI AGENT.pptx</dc:title>
</cp:coreProperties>
</file>